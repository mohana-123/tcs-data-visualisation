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5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2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7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4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4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3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2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56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0364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8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76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18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88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6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3FF1B4B-E5D7-476D-BEFE-53274FFA7B5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44551-41BA-4E2B-A873-976F7C3A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52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8747-877E-BF6D-1D7F-8843EB651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/>
              <a:t>Data Visualization: Empowering Business with Effective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08F4A-9601-FEC6-FA1E-FBCD59B62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Communicating insights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319032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D228-AD39-B350-D5F2-78432D00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BD65-7135-1942-8AD1-651D2D47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was loaded into Power BI</a:t>
            </a:r>
          </a:p>
          <a:p>
            <a:r>
              <a:rPr lang="en-US" dirty="0"/>
              <a:t>where I performed cleaning steps including removal of cancelled orders</a:t>
            </a:r>
          </a:p>
          <a:p>
            <a:r>
              <a:rPr lang="en-US" dirty="0"/>
              <a:t>Handling missing customer IDs, correcting data types, and creating calculated fields for revenue and quantity. </a:t>
            </a:r>
          </a:p>
          <a:p>
            <a:r>
              <a:rPr lang="en-US" dirty="0"/>
              <a:t>I validated totals at each step to ensure accuracy before building visuals.</a:t>
            </a:r>
          </a:p>
        </p:txBody>
      </p:sp>
    </p:spTree>
    <p:extLst>
      <p:ext uri="{BB962C8B-B14F-4D97-AF65-F5344CB8AC3E}">
        <p14:creationId xmlns:p14="http://schemas.microsoft.com/office/powerpoint/2010/main" val="38875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6399-562F-3E5A-EFFE-1BFE35A8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regions generate the highest and lowest revenue?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1401-DC3F-940A-BCA0-E7467E568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52918"/>
            <a:ext cx="2695803" cy="2951835"/>
          </a:xfrm>
        </p:spPr>
        <p:txBody>
          <a:bodyPr>
            <a:normAutofit/>
          </a:bodyPr>
          <a:lstStyle/>
          <a:p>
            <a:r>
              <a:rPr lang="en-US" b="1" dirty="0"/>
              <a:t>CEO takeaway:</a:t>
            </a:r>
          </a:p>
          <a:p>
            <a:pPr marL="0" indent="0">
              <a:buNone/>
            </a:pPr>
            <a:r>
              <a:rPr lang="en-US" dirty="0"/>
              <a:t> Double down on top regions. Investigate whether low regions are fixable or simply not worth aggressive investment.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9D124-87F6-9067-47F7-F7C0F72EE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69" y="2052919"/>
            <a:ext cx="8382431" cy="480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9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9033-37CE-47D0-B2E4-46128BF0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7905-174B-0644-8AAB-4E7E36E8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trend, biggest changes, and 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B498-8E4A-A993-1DEB-DEBCC73E1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3110441" cy="4195481"/>
          </a:xfrm>
        </p:spPr>
        <p:txBody>
          <a:bodyPr/>
          <a:lstStyle/>
          <a:p>
            <a:r>
              <a:rPr lang="en-US" b="1" dirty="0"/>
              <a:t>CEO takeaway: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The business is seasonal. Planning inventory, staffing, and marketing around Sep–Nov is critical. December needs validation before any panic.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B960D-061B-B627-BFEF-8F0DF6D1D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270" y="2158758"/>
            <a:ext cx="8369730" cy="46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3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9B81-E042-D8F1-3268-B6C7638C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1934-40F1-3E14-8A41-78584F60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customers and revenue concentration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8C8AC-41AA-8D9D-6476-8DF058F1B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2052918"/>
            <a:ext cx="2631468" cy="4195481"/>
          </a:xfrm>
        </p:spPr>
        <p:txBody>
          <a:bodyPr/>
          <a:lstStyle/>
          <a:p>
            <a:r>
              <a:rPr lang="en-US" b="1" dirty="0"/>
              <a:t>CEO takeaway: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Protect top customers, but don’t become hostage to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B940C-A2F9-5FA9-EC02-D8D82136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620" y="2146058"/>
            <a:ext cx="8363380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B2CE-2009-29C7-8E8F-A3B1B6D7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15FB-E266-0B8D-93C8-68F54466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customers and ordering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3F7C-DAA8-8F16-529C-C34B99320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CMO takeaway:</a:t>
            </a:r>
            <a:r>
              <a:rPr lang="en-US" dirty="0"/>
              <a:t> Retention exists. Marketing should amplify it, not chase only new customers.</a:t>
            </a:r>
          </a:p>
        </p:txBody>
      </p:sp>
    </p:spTree>
    <p:extLst>
      <p:ext uri="{BB962C8B-B14F-4D97-AF65-F5344CB8AC3E}">
        <p14:creationId xmlns:p14="http://schemas.microsoft.com/office/powerpoint/2010/main" val="82038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D2B8-3830-54E8-E06F-541DA507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D0C5-E145-1B01-D0DC-DC9F729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between repeat orders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D8B9-71D9-78AC-C3CC-BEA70289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CMO takeaway:</a:t>
            </a:r>
            <a:r>
              <a:rPr lang="en-US" dirty="0"/>
              <a:t> There’s enough repeat behavior to justify lifecycle marketing.</a:t>
            </a:r>
          </a:p>
        </p:txBody>
      </p:sp>
    </p:spTree>
    <p:extLst>
      <p:ext uri="{BB962C8B-B14F-4D97-AF65-F5344CB8AC3E}">
        <p14:creationId xmlns:p14="http://schemas.microsoft.com/office/powerpoint/2010/main" val="152113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B21E-B841-AA6D-B56F-45B887A3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50AB-AF1C-724D-A6A9-9E04367EE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from repeat customers and top repeat buyers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7C040-0FC7-780A-2C17-B964FD0E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CMO takeaway:</a:t>
            </a:r>
            <a:r>
              <a:rPr lang="en-US" dirty="0"/>
              <a:t> Different campaigns for different buyer types. Discounts for volume buyers, exclusivity for high spenders.</a:t>
            </a:r>
          </a:p>
        </p:txBody>
      </p:sp>
    </p:spTree>
    <p:extLst>
      <p:ext uri="{BB962C8B-B14F-4D97-AF65-F5344CB8AC3E}">
        <p14:creationId xmlns:p14="http://schemas.microsoft.com/office/powerpoint/2010/main" val="2748484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685F-09F9-A24D-722D-F55483A4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8600-F33B-4CB8-F3F1-E3C5D489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Summarize: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2026-4339-2F12-9043-716B026F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Revenue is regionally concentrated, with strong seasonality.</a:t>
            </a:r>
          </a:p>
          <a:p>
            <a:r>
              <a:rPr lang="en-US" dirty="0"/>
              <a:t>November is the most critical month for business performance.</a:t>
            </a:r>
          </a:p>
          <a:p>
            <a:r>
              <a:rPr lang="en-US" dirty="0"/>
              <a:t>A small group of customers drives a large portion of revenue.</a:t>
            </a:r>
          </a:p>
          <a:p>
            <a:r>
              <a:rPr lang="en-US" dirty="0"/>
              <a:t>Repeat purchasing behavior presents clear opportunities for targeted marketing.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insights can be used to optimize inventory planning, regional strategy, and customer-focused marketing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415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1272</TotalTime>
  <Words>280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Data Visualization: Empowering Business with Effective Insights</vt:lpstr>
      <vt:lpstr>Data cleaning and Preparation</vt:lpstr>
      <vt:lpstr>Which regions generate the highest and lowest revenue?</vt:lpstr>
      <vt:lpstr>Monthly trend, biggest changes, and seasonality</vt:lpstr>
      <vt:lpstr>Top customers and revenue concentration</vt:lpstr>
      <vt:lpstr>Repeat customers and ordering behavior</vt:lpstr>
      <vt:lpstr>Time between repeat orders </vt:lpstr>
      <vt:lpstr>Revenue from repeat customers and top repeat buyers </vt:lpstr>
      <vt:lpstr>To Summarize: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 Sruthy Mada</dc:creator>
  <cp:lastModifiedBy>Mohana Sruthy Mada</cp:lastModifiedBy>
  <cp:revision>12</cp:revision>
  <dcterms:created xsi:type="dcterms:W3CDTF">2026-01-10T11:28:19Z</dcterms:created>
  <dcterms:modified xsi:type="dcterms:W3CDTF">2026-01-11T11:14:56Z</dcterms:modified>
</cp:coreProperties>
</file>